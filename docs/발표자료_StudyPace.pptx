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f905584-825d-2406-1c52-5de79e05c2e6}">
          <p14:sldIdLst>
            <p14:sldId id="256"/>
            <p14:sldId id="257"/>
          </p14:sldIdLst>
        </p14:section>
        <p14:section name="문제 정의" id="{6983ead2-4ba1-7413-48c9-15725bf0314e}">
          <p14:sldIdLst>
            <p14:sldId id="258"/>
            <p14:sldId id="259"/>
            <p14:sldId id="260"/>
          </p14:sldIdLst>
        </p14:section>
        <p14:section name="해결 방법" id="{a8085e0d-45c8-0b81-3cb2-2f11e165b8b1}">
          <p14:sldIdLst>
            <p14:sldId id="261"/>
            <p14:sldId id="262"/>
          </p14:sldIdLst>
        </p14:section>
        <p14:section name="AI 활용" id="{cdf57f3f-09e7-86d4-dfd0-2d90e81b4d35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cdc149f3-430c-bcbb-4daf-2b873dc4224e}">
          <p14:sldIdLst>
            <p14:sldId id="268"/>
            <p14:sldId id="269"/>
          </p14:sldIdLst>
        </p14:section>
        <p14:section name="피드백 · 개선" id="{bed62312-5d17-984a-b676-38f33d13b294}">
          <p14:sldIdLst>
            <p14:sldId id="270"/>
            <p14:sldId id="271"/>
            <p14:sldId id="272"/>
          </p14:sldIdLst>
        </p14:section>
        <p14:section name="마무리" id="{9b7b02b8-f93a-4644-2358-edd9237d79ea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(3차 10-01 · 4차 10-12 동일)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546개 · 실사용자 5명 설문과 반영</a:t>
            </a:r>
            <a:endParaRPr lang="ko-KR" sz="1200" dirty="0"/>
          </a:p>
        </p:txBody>
      </p:sp>
      <p:sp>
        <p:nvSpPr>
          <p:cNvPr id="15" name="기능 (Must 38 · Should 25)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(Must 38 · Should 25)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공부 방법 — 블록마다 할 일 3단계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정기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컴퓨터공학과 학생 5명 — 정보처리기사 3명 · SQLD 2명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AI 가 블록마다 3단계 할 일과 시간 배분. 같은 단원의 1/3 · 2/3 · 3/3 은 이어지게 (못 쓰면 규칙 안내)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정기적으로 프론트 · DB 읽기 · 공고 API · 알림 워커를 점검 — 10-07~12 25회 모두 정상(가동률 100%), 서버 오류 0건. 실패하면 장애 이슈를 자동으로 연다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정기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2026-10-12T08:44:14Z</dcterms:created>
  <dcterms:modified xsi:type="dcterms:W3CDTF">2026-10-12T08:44:14Z</dcterms:modified>
</cp:coreProperties>
</file>